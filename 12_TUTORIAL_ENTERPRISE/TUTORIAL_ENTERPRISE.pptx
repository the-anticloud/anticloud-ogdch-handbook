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OGDCH_HANDBOOK | Category: GOVERNMENT</a:t>
            </a:r>
          </a:p>
          <a:p>
            <a:r>
              <a:rPr sz="1400"/>
              <a:t>Upstream: https://github.com/opendata-swiss/ogdch_handbook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OGDCH_HANDBOOK.</a:t>
            </a:r>
          </a:p>
          <a:p>
            <a:r>
              <a:rPr sz="1400"/>
              <a:t>Swiss government open data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OGDCH_HANDBOOK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